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74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SWE 363  ·  KFUPM  · 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5669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0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Portfolio</a:t>
            </a:r>
            <a:endParaRPr lang="en-US" sz="4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0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943600" y="96012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60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1645920" cy="384048"/>
          </a:xfrm>
          <a:prstGeom prst="rect">
            <a:avLst>
              <a:gd name="adj" fmla="val 11905"/>
            </a:avLst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1089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657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Alroomi  ·  202250760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583680" y="914400"/>
            <a:ext cx="2377440" cy="256032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914400"/>
            <a:ext cx="2377440" cy="320040"/>
          </a:xfrm>
          <a:prstGeom prst="rect">
            <a:avLst/>
          </a:prstGeom>
          <a:solidFill>
            <a:srgbClr val="252535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93408" y="1005840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76288" y="1005840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59168" y="1005840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9400" y="1298448"/>
            <a:ext cx="2286000" cy="21031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~$ </a:t>
            </a:r>
            <a:pPr indent="0" marL="0">
              <a:buNone/>
            </a:pPr>
            <a:r>
              <a:rPr lang="en-US" sz="850" dirty="0">
                <a:solidFill>
                  <a:srgbClr val="F0F0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whoami
</a:t>
            </a:r>
            <a:pPr indent="0" marL="0">
              <a:buNone/>
            </a:pPr>
            <a:r>
              <a:rPr lang="en-US" sz="850" dirty="0">
                <a:solidFill>
                  <a:srgbClr val="8B8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mohammed_alroomi
</a:t>
            </a:r>
            <a:pPr indent="0" marL="0">
              <a:buNone/>
            </a:pPr>
            <a:r>
              <a:rPr lang="en-US" sz="85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~$ </a:t>
            </a:r>
            <a:pPr indent="0" marL="0">
              <a:buNone/>
            </a:pPr>
            <a:r>
              <a:rPr lang="en-US" sz="850" dirty="0">
                <a:solidFill>
                  <a:srgbClr val="F0F0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role.txt
</a:t>
            </a:r>
            <a:pPr indent="0" marL="0">
              <a:buNone/>
            </a:pPr>
            <a:r>
              <a:rPr lang="en-US" sz="850" dirty="0">
                <a:solidFill>
                  <a:srgbClr val="8B8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SWE Student @ KFUPM
</a:t>
            </a:r>
            <a:pPr indent="0" marL="0">
              <a:buNone/>
            </a:pPr>
            <a:r>
              <a:rPr lang="en-US" sz="85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~$ </a:t>
            </a:r>
            <a:pPr indent="0" marL="0">
              <a:buNone/>
            </a:pPr>
            <a:r>
              <a:rPr lang="en-US" sz="850" dirty="0">
                <a:solidFill>
                  <a:srgbClr val="F0F0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$STATUS
</a:t>
            </a:r>
            <a:pPr indent="0" marL="0">
              <a:buNone/>
            </a:pPr>
            <a:r>
              <a:rPr lang="en-US" sz="8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to opportunities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 ·  INTRODUCTION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2743200" cy="301752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508760"/>
            <a:ext cx="274320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645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" y="217627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2578608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complete, polished personal portfolio showcasing Software Engineering, Data Science, and AI skills developed throughout SWE 363.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508760"/>
            <a:ext cx="2743200" cy="301752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508760"/>
            <a:ext cx="274320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645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🏗️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37560" y="217627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37560" y="2578608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Single-page application built with semantic HTML5, modular CSS custom properties, and vanilla JavaScript — no frameworks, pure fundamentals.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508760"/>
            <a:ext cx="2743200" cy="301752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1508760"/>
            <a:ext cx="274320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645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63640" y="217627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63640" y="2578608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Publicly deployed on GitHub Pages. Live at mohammedalroomi.github.io — accessible from any browser, any device worldwide.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 ·  INTRODUCTION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Motivation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54864" cy="128016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6304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0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"Engineering clarity out of complexity."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20299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Mohammed Alroomi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 built this: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25146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gained: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90779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real, shareable artifact — not just a course submission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41071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the full web dev stack: HTML, CSS, JavaScript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91363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academic projects with professional experience in one place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290779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product thinking: responsiveness, performance, UX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341071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AI-assisted development as a modern engineering workflow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391363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foundation to keep growing beyond the course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 ·  TECHNICAL DEMONSTRATION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274320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57276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6002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Dark/Light Theme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91109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localStorage persistence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1508760"/>
            <a:ext cx="274320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57276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794760" y="16002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Filter+Sort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94760" y="191109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 × Skill × Sort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26480" y="1508760"/>
            <a:ext cx="274320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57276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💬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20840" y="16002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Quotes API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20840" y="191109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Quotable.io + fallback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651760"/>
            <a:ext cx="274320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71576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📁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" y="27432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 API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305409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Live, lazy-loaded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0" y="2651760"/>
            <a:ext cx="274320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271576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🔒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794760" y="27432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Simulation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794760" y="305409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sessionStorage state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26480" y="2651760"/>
            <a:ext cx="274320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271576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720840" y="27432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Section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20840" y="305409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Scroll-animated bars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3794760"/>
            <a:ext cx="274320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385876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⏱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68680" y="38862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Timer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8680" y="419709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Real-time counter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00400" y="3794760"/>
            <a:ext cx="274320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0" y="385876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⬆️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794760" y="38862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Top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794760" y="419709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Scroll-aware button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126480" y="3794760"/>
            <a:ext cx="274320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26480" y="385876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📈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720840" y="38862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Bar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720840" y="419709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Reading progress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 ·  TECHNICAL DEMONSTRATION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8595360" cy="694944"/>
          </a:xfrm>
          <a:prstGeom prst="rect">
            <a:avLst/>
          </a:prstGeom>
          <a:solidFill>
            <a:srgbClr val="1A3A5C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508760"/>
            <a:ext cx="73152" cy="69494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8191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85623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  —  553 lines of semantic HTML5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2313432"/>
            <a:ext cx="8595360" cy="694944"/>
          </a:xfrm>
          <a:prstGeom prst="rect">
            <a:avLst/>
          </a:prstGeom>
          <a:solidFill>
            <a:srgbClr val="1A3A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313432"/>
            <a:ext cx="73152" cy="69494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38658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Layer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660904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css/styles.css  —  CSS custom properties, 3 responsive breakpoints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3118104"/>
            <a:ext cx="8595360" cy="694944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3118104"/>
            <a:ext cx="73152" cy="69494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19125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Layer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346557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js/script.js  —  13 modular functions, zero dependencies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3922776"/>
            <a:ext cx="8595360" cy="694944"/>
          </a:xfrm>
          <a:prstGeom prst="rect">
            <a:avLst/>
          </a:prstGeom>
          <a:solidFill>
            <a:srgbClr val="0D2A2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922776"/>
            <a:ext cx="73152" cy="69494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9959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427024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External: GitHub API  ·  Quotable API  ·  AdviceSlip fallback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 ·  TECHNICAL DEMONSTRATION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 Highlights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859536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581912"/>
            <a:ext cx="1005840" cy="274320"/>
          </a:xfrm>
          <a:prstGeom prst="rect">
            <a:avLst/>
          </a:prstGeom>
          <a:solidFill>
            <a:srgbClr val="0D3830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5819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Tool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417320" y="1563624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(Anthropic)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91109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AI tool — code generation, debugging, architectural decisions, and documentation drafting across all 4 assignments.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606040"/>
            <a:ext cx="859536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679192"/>
            <a:ext cx="1005840" cy="274320"/>
          </a:xfrm>
          <a:prstGeom prst="rect">
            <a:avLst/>
          </a:prstGeom>
          <a:solidFill>
            <a:srgbClr val="0D3830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6791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Assist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417320" y="2660904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00837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code suggestions during development, especially for repetitive patterns like event listeners and CSS rules.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703320"/>
            <a:ext cx="859536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3776472"/>
            <a:ext cx="1005840" cy="274320"/>
          </a:xfrm>
          <a:prstGeom prst="rect">
            <a:avLst/>
          </a:prstGeom>
          <a:solidFill>
            <a:srgbClr val="0D3830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7764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Research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417320" y="3758184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10565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conceptual explanation, understanding API response structures, and alternative implementation ideas.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 ·  TECHNICAL DEEP DIVE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Resolved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74320" y="1481328"/>
            <a:ext cx="859536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481328"/>
            <a:ext cx="64008" cy="749808"/>
          </a:xfrm>
          <a:prstGeom prst="rect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1790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7C93F"/>
                </a:solidFill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3619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Filter State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1828800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category + skill level + sort simultaneously without conflicts. Solved with a single projectState object and one applyProjectState() function that always reads all three dimensions together.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350008"/>
            <a:ext cx="859536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350008"/>
            <a:ext cx="64008" cy="749808"/>
          </a:xfrm>
          <a:prstGeom prst="rect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38658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7C93F"/>
                </a:solidFill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240487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Fallback Chain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2697480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Quotable.io occasionally goes down. Implemented a try/catch waterfall: primary → adviceslip fallback → graceful error UI. Users never see a broken widget.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218688"/>
            <a:ext cx="859536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3218688"/>
            <a:ext cx="64008" cy="749808"/>
          </a:xfrm>
          <a:prstGeom prst="rect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25526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7C93F"/>
                </a:solidFill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327355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GitHub API Load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3566160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Triggering the GitHub API only when the section enters viewport via IntersectionObserver, avoiding unnecessary network requests for visitors who don't scroll that far.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4087368"/>
            <a:ext cx="859536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4087368"/>
            <a:ext cx="64008" cy="749808"/>
          </a:xfrm>
          <a:prstGeom prst="rect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12394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7C93F"/>
                </a:solidFill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414223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Progress Bar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4434840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progress calculation requires accounting for viewport height. Formula: scrollY / (scrollHeight - innerHeight) × 100, throttled passively.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 ·  TECHNICAL DEEP DIVE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Unresolved &amp; Future Work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74320" y="146304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Implemented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847088"/>
            <a:ext cx="4023360" cy="621792"/>
          </a:xfrm>
          <a:prstGeom prst="rect">
            <a:avLst/>
          </a:prstGeom>
          <a:solidFill>
            <a:srgbClr val="1A1218"/>
          </a:solidFill>
          <a:ln w="12700">
            <a:solidFill>
              <a:srgbClr val="3A2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90195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Real Contact Form Backend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15798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submits but no actual email is sent — no backend/email service integrated.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2578608"/>
            <a:ext cx="4023360" cy="621792"/>
          </a:xfrm>
          <a:prstGeom prst="rect">
            <a:avLst/>
          </a:prstGeom>
          <a:solidFill>
            <a:srgbClr val="1A1218"/>
          </a:solidFill>
          <a:ln w="12700">
            <a:solidFill>
              <a:srgbClr val="3A2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63347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Authentication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88950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is simulated with sessionStorage; no real user accounts or JWT tokens.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3310128"/>
            <a:ext cx="4023360" cy="621792"/>
          </a:xfrm>
          <a:prstGeom prst="rect">
            <a:avLst/>
          </a:prstGeom>
          <a:solidFill>
            <a:srgbClr val="1A1218"/>
          </a:solidFill>
          <a:ln w="12700">
            <a:solidFill>
              <a:srgbClr val="3A2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36499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F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CMS for Projects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62102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are hardcoded in HTML; no admin panel to add/edit entries dynamically.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63440" y="146304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for Future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1847088"/>
            <a:ext cx="4206240" cy="621792"/>
          </a:xfrm>
          <a:prstGeom prst="rect">
            <a:avLst/>
          </a:prstGeom>
          <a:solidFill>
            <a:srgbClr val="1A1A10"/>
          </a:solidFill>
          <a:ln w="12700">
            <a:solidFill>
              <a:srgbClr val="3A3A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90195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EmailJS Integration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215798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contact form to a real email delivery service.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2578608"/>
            <a:ext cx="4206240" cy="621792"/>
          </a:xfrm>
          <a:prstGeom prst="rect">
            <a:avLst/>
          </a:prstGeom>
          <a:solidFill>
            <a:srgbClr val="1A1A10"/>
          </a:solidFill>
          <a:ln w="12700">
            <a:solidFill>
              <a:srgbClr val="3A3A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263347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Blog / Writing Section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00600" y="288950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writing section with Markdown-rendered posts.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3310128"/>
            <a:ext cx="4206240" cy="621792"/>
          </a:xfrm>
          <a:prstGeom prst="rect">
            <a:avLst/>
          </a:prstGeom>
          <a:solidFill>
            <a:srgbClr val="1A1A10"/>
          </a:solidFill>
          <a:ln w="12700">
            <a:solidFill>
              <a:srgbClr val="3A3A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336499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Resume PDF Download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00600" y="362102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downloadable PDF resume generated from portfolio data.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 ·  TECHNICAL DEEP DIVE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74320" y="1481328"/>
            <a:ext cx="416052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591056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3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160934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systems first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98424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custom properties made theme switching trivial. One variable change propagates everywhere — no hunting for hardcoded colors.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481328"/>
            <a:ext cx="416052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591056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3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846320" y="160934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lives in one place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98424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projectState object controlling all filters prevented impossible-to-debug inconsistencies between UI elements.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035808"/>
            <a:ext cx="416052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145536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3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11480" y="316382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fail — plan for it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" y="353872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external API call has a fallback. Loading states and error messages prevent blank sections from confusing users.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3035808"/>
            <a:ext cx="416052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3145536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38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846320" y="316382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 a thought partner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353872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Claude to review and improve code, not just generate it, led to far better solutions than accepting the first output.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 ·  CONCLUSION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&amp; Achievements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74320" y="1481328"/>
            <a:ext cx="2011680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481328"/>
            <a:ext cx="201168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572768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274320" y="223113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Functions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252374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8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modular, documented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50592" y="1481328"/>
            <a:ext cx="2011680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50592" y="1481328"/>
            <a:ext cx="201168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50592" y="1572768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9+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2450592" y="223113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50592" y="252374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8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across 4 assignments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26864" y="1481328"/>
            <a:ext cx="2011680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26864" y="1481328"/>
            <a:ext cx="201168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572768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4626864" y="223113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26864" y="252374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8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error handling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03136" y="1481328"/>
            <a:ext cx="2011680" cy="141732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03136" y="1481328"/>
            <a:ext cx="201168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03136" y="1572768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6803136" y="223113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03136" y="252374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8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mobile to desktop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3090672"/>
            <a:ext cx="859536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090672"/>
            <a:ext cx="64008" cy="16002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154680"/>
            <a:ext cx="8138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0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built: </a:t>
            </a:r>
            <a:pPr indent="0" marL="0">
              <a:buNone/>
            </a:pPr>
            <a:r>
              <a:rPr lang="en-US" sz="11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personal portfolio web application — live at </a:t>
            </a:r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mohammedalroomi.github.io</a:t>
            </a:r>
            <a:pPr indent="0" marL="0">
              <a:buNone/>
            </a:pPr>
            <a:r>
              <a:rPr lang="en-US" sz="11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featuring real API integrations, state management, responsive design, and 3 innovative UX features.
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0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grew from a static page into a production-quality application across 4 assignments — demonstrating consistent improvement, real engineering thinking, and responsible AI use.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 ·  CONCLUSION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74320" y="1481328"/>
            <a:ext cx="416052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59105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📬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57276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EmailJS contact form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contact form actually send emails without a backend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481328"/>
            <a:ext cx="416052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59105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✍️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349240" y="157276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/ writing section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49240" y="189280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Markdown-rendered posts to share thoughts and projects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560320"/>
            <a:ext cx="416052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7004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26517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Downloadable résumé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97180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generated dynamically from portfolio data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2560320"/>
            <a:ext cx="416052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267004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49240" y="26517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authentication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49240" y="297180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via GitHub — no more session simulation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639312"/>
            <a:ext cx="416052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7490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🌍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14400" y="373075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405079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/ English toggle for a wider audience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3639312"/>
            <a:ext cx="416052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37490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349240" y="373075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&amp; offline support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49240" y="405079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worker + manifest for app-like experience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82296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0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577840" y="777240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8B8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Mohammed Alroomi  ·  202250760  ·  KFUPM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97280" y="2606040"/>
            <a:ext cx="219456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67004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97280" y="292608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mohammedalroomi@gmail.com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566160" y="2606040"/>
            <a:ext cx="219456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267004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66160" y="292608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github.com/MohammedAlroomi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35040" y="2606040"/>
            <a:ext cx="219456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267004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Site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035040" y="292608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mohammedalroomi.github.io/...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14400" y="4206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8B8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SWE 363  ·  Web Application Development  · 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 Portfolio Web Application – Assignment 4</dc:title>
  <dc:subject>PptxGenJS Presentation</dc:subject>
  <dc:creator>Mohammed Alroomi</dc:creator>
  <cp:lastModifiedBy>Mohammed Alroomi</cp:lastModifiedBy>
  <cp:revision>1</cp:revision>
  <dcterms:created xsi:type="dcterms:W3CDTF">2026-04-25T19:37:14Z</dcterms:created>
  <dcterms:modified xsi:type="dcterms:W3CDTF">2026-04-25T19:37:14Z</dcterms:modified>
</cp:coreProperties>
</file>